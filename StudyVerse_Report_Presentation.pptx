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7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08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539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10546080" y="3566160"/>
            <a:ext cx="3291840" cy="329184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PRESENTATION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chemeClr val="accent5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Study-Verse</a:t>
            </a:r>
            <a:endParaRPr lang="en-US" sz="5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Minds, Sharing Knowledge</a:t>
            </a:r>
            <a:endParaRPr lang="en-US" sz="17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e-notes sharing platform built with Django and hosted on AWS,</a:t>
            </a:r>
            <a:endParaRPr lang="en-US" sz="1400" b="1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 students can upload, find, and discuss study notes in one place.</a:t>
            </a:r>
            <a:endParaRPr lang="en-US" sz="1400" b="1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7406640" cy="1188720"/>
          </a:xfrm>
          <a:prstGeom prst="roundRect">
            <a:avLst>
              <a:gd name="adj" fmla="val 6154"/>
            </a:avLst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51560" y="4709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47091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Kumar,  Registration number: 12301292</a:t>
            </a:r>
          </a:p>
        </p:txBody>
      </p:sp>
      <p:sp>
        <p:nvSpPr>
          <p:cNvPr id="11" name="Text 9"/>
          <p:cNvSpPr/>
          <p:nvPr/>
        </p:nvSpPr>
        <p:spPr>
          <a:xfrm>
            <a:off x="1051560" y="50566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505663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54041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540410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Semester 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github.com/Ayush12708/e-notes-sharing-application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E4D1C7-970B-8F1C-874F-7E3C4B5AA013}"/>
              </a:ext>
            </a:extLst>
          </p:cNvPr>
          <p:cNvSpPr txBox="1"/>
          <p:nvPr/>
        </p:nvSpPr>
        <p:spPr>
          <a:xfrm>
            <a:off x="6145967" y="38674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StudyVerse?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StudyVerse is a website built for college students. It gives everyone one place to upload, search, save, and talk about study notes, lecture slides, and exam material — instead of hunting through old chat groups.</a:t>
            </a:r>
            <a:endParaRPr lang="en-US" sz="1450" b="1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&amp; Create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existing files or write new notes right in the browser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28803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31089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356616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Save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66160" y="42976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notes by subject and bookmark the ones you need again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8803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31089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635508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42976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and talk about a note in its own comment thread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15400" y="28803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31089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914400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Cloud-Hosted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42976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live on AWS, so it is available anytime, from anywhere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StudyVerse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sharing notes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874520"/>
          </a:xfrm>
          <a:prstGeom prst="roundRect">
            <a:avLst>
              <a:gd name="adj" fmla="val 3902"/>
            </a:avLst>
          </a:prstGeom>
          <a:solidFill>
            <a:schemeClr val="accent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600200" y="20848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 everywhere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487168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Notes sit in WhatsApp groups and personal Drive folders, and old links stop working.</a:t>
            </a:r>
            <a:endParaRPr lang="en-US" sz="1400" b="1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212080" cy="1874520"/>
          </a:xfrm>
          <a:prstGeom prst="roundRect">
            <a:avLst>
              <a:gd name="adj" fmla="val 3902"/>
            </a:avLst>
          </a:prstGeom>
          <a:solidFill>
            <a:schemeClr val="accent3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03120"/>
            <a:ext cx="502920" cy="5029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checks the notes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487168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post anything, so mistakes or outdated content can spread unchecked.</a:t>
            </a:r>
            <a:endParaRPr lang="en-US" sz="1400" b="1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12080" cy="1874520"/>
          </a:xfrm>
          <a:prstGeom prst="roundRect">
            <a:avLst>
              <a:gd name="adj" fmla="val 3902"/>
            </a:avLst>
          </a:prstGeom>
          <a:solidFill>
            <a:schemeClr val="accent3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600200" y="4233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to search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636008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way to filter notes by subject or semester, so finding the right one takes forever.</a:t>
            </a:r>
            <a:endParaRPr lang="en-US" sz="1400" b="1" dirty="0"/>
          </a:p>
        </p:txBody>
      </p:sp>
      <p:sp>
        <p:nvSpPr>
          <p:cNvPr id="19" name="Shape 17"/>
          <p:cNvSpPr/>
          <p:nvPr/>
        </p:nvSpPr>
        <p:spPr>
          <a:xfrm>
            <a:off x="6126480" y="3977640"/>
            <a:ext cx="5212080" cy="1874520"/>
          </a:xfrm>
          <a:prstGeom prst="roundRect">
            <a:avLst>
              <a:gd name="adj" fmla="val 3902"/>
            </a:avLst>
          </a:prstGeom>
          <a:solidFill>
            <a:schemeClr val="accent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086600" y="4233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place to ask questions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4636008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downloaded file cannot answer follow-up questions about a tricky topic.</a:t>
            </a:r>
            <a:endParaRPr lang="en-US" sz="1400" b="1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StudyVerse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set out to 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786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 for everyone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website that works for every branch and every semester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25786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or draw notes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30175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editor plus a whiteboard for hand-drawn diagrams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0184" y="25786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file type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30175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PDF, Word, PowerPoint, images, or ZIP files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14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7274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before it's public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note is reviewed before other students can see it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25112" y="38862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4114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53712" y="47274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real cloud servers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53712" y="51663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AWS so it can handle real student traffic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StudyVerse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runs on the cloud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77840" y="15544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928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Server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34640" y="18928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7840" y="1892808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 server with Nginx and Gunicorn running the app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34640" y="251460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(MySQL 8.0)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2514600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 user, note, bookmark, and comment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026664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3639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Storage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34640" y="313639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3136392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uploaded PDFs, images, and documents safe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75818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Hosting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34640" y="375818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77840" y="3758184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serverless copy for quick demos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270248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37997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Files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34640" y="437997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WhiteNoise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4379976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site's CSS and JavaScript quickly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500176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Script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834640" y="500176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deploy_ec2.sh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5001768"/>
            <a:ext cx="5943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installs and configures everything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StudyVerse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flows through the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2103120"/>
            <a:ext cx="3200400" cy="2286000"/>
          </a:xfrm>
          <a:prstGeom prst="roundRect">
            <a:avLst>
              <a:gd name="adj" fmla="val 3200"/>
            </a:avLst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237744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188720" y="3154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35661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users, notes, bookmarks, and comments in the database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3017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09160" y="2103120"/>
            <a:ext cx="3200400" cy="2286000"/>
          </a:xfrm>
          <a:prstGeom prst="roundRect">
            <a:avLst>
              <a:gd name="adj" fmla="val 3200"/>
            </a:avLst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11" name="Shape 9"/>
          <p:cNvSpPr/>
          <p:nvPr/>
        </p:nvSpPr>
        <p:spPr>
          <a:xfrm>
            <a:off x="5989320" y="237744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4892040" y="3154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5661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request, checks login, and applies moderation rules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09560" y="3017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412480" y="2103120"/>
            <a:ext cx="3200400" cy="2286000"/>
          </a:xfrm>
          <a:prstGeom prst="roundRect">
            <a:avLst>
              <a:gd name="adj" fmla="val 3200"/>
            </a:avLst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92640" y="237744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8" name="Text 16"/>
          <p:cNvSpPr/>
          <p:nvPr/>
        </p:nvSpPr>
        <p:spPr>
          <a:xfrm>
            <a:off x="96926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8595360" y="3154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41080" y="35661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result into the web page the student sees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892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helper called a signal also runs quietly in the background: whenever a new user account is created, it automatically sets up that user's profile.</a:t>
            </a:r>
            <a:endParaRPr lang="en-US" sz="1400" b="1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StudyVerse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database keeps track of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7492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name, email,  password, and account type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340156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22192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User’s name, college, branch, semester, etc.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05940" y="2651760"/>
            <a:ext cx="0" cy="5486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32004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340156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74720" y="3822192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subject, branch, semester, file, status, and view count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49140" y="2651760"/>
            <a:ext cx="0" cy="5486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32004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340156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Bookmarks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3822192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student saved which note, no duplicates allowed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92340" y="2651760"/>
            <a:ext cx="0" cy="5486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32004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0" y="340156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1120" y="3822192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text linked to both a note and a user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035540" y="2651760"/>
            <a:ext cx="0" cy="5486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StudyVerse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student can actually do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7860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&amp; Profiles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29992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up, log in, and manage a personal profile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79392" y="17373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07992" y="257860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Studio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07992" y="29992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PDF, Word, PowerPoint, images, or ZIP files straight to the cloud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10144" y="17373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38744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238744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38744" y="257860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Whiteboard Notes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38744" y="29992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diagrams by hand using brushes, colors, and an eraser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" y="48188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Moderation Panel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7240" y="523951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review every note before it goes live, with filters by status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08192" y="397764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36792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336792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336792" y="48188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Dashboard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36792" y="523951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total notes, approvals, views, and bookmarks at a glance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StudyVerse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Every note is checked before it goes live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2148840" cy="9144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60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is still writing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54680" y="3154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29000" y="210312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2331720"/>
            <a:ext cx="2148840" cy="9144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560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11880" y="30632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a staff review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3154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2331720"/>
            <a:ext cx="2148840" cy="914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560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0" y="30632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and visible to everyone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32520" y="3154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06840" y="210312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accent5"/>
          </a:solidFill>
          <a:ln/>
        </p:spPr>
      </p:sp>
      <p:sp>
        <p:nvSpPr>
          <p:cNvPr id="20" name="Shape 18"/>
          <p:cNvSpPr/>
          <p:nvPr/>
        </p:nvSpPr>
        <p:spPr>
          <a:xfrm>
            <a:off x="9189720" y="2331720"/>
            <a:ext cx="2148840" cy="9144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5603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Rejected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89720" y="30632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back, stays hidden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892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Staff can filter notes by status, preview the file before deciding, and approve or reject with one click. Approving a note makes it visible right away.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StudyVerse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and draw, right in the browser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5349240" cy="4279392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E-Notes Studio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24871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type and format notes directly on the site, with no need to prepare a file beforehand.</a:t>
            </a:r>
          </a:p>
          <a:p>
            <a:pPr marL="0" indent="0">
              <a:lnSpc>
                <a:spcPct val="125000"/>
              </a:lnSpc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657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text formatting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114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straight to review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5720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extra software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394960" cy="4114800"/>
          </a:xfrm>
          <a:prstGeom prst="roundRect">
            <a:avLst>
              <a:gd name="adj" fmla="val 1778"/>
            </a:avLst>
          </a:prstGeom>
          <a:solidFill>
            <a:schemeClr val="accent1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2057400"/>
            <a:ext cx="548640" cy="5486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21031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Whiteboard Canvas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223760" y="24871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by hand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28803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drawing tool built into the browser, perfect for diagrams and topics that are easier to sketch than type.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537960" y="3703320"/>
            <a:ext cx="2331720" cy="411480"/>
          </a:xfrm>
          <a:prstGeom prst="roundRect">
            <a:avLst>
              <a:gd name="adj" fmla="val 48889"/>
            </a:avLst>
          </a:prstGeom>
          <a:solidFill>
            <a:srgbClr val="273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703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Brush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052560" y="3703320"/>
            <a:ext cx="2331720" cy="411480"/>
          </a:xfrm>
          <a:prstGeom prst="roundRect">
            <a:avLst>
              <a:gd name="adj" fmla="val 48889"/>
            </a:avLst>
          </a:prstGeom>
          <a:solidFill>
            <a:srgbClr val="27334A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0" y="3703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37960" y="4251960"/>
            <a:ext cx="2331720" cy="411480"/>
          </a:xfrm>
          <a:prstGeom prst="roundRect">
            <a:avLst>
              <a:gd name="adj" fmla="val 48889"/>
            </a:avLst>
          </a:prstGeom>
          <a:solidFill>
            <a:srgbClr val="27334A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4251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 Size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052560" y="4251960"/>
            <a:ext cx="2331720" cy="411480"/>
          </a:xfrm>
          <a:prstGeom prst="roundRect">
            <a:avLst>
              <a:gd name="adj" fmla="val 48889"/>
            </a:avLst>
          </a:prstGeom>
          <a:solidFill>
            <a:srgbClr val="27334A"/>
          </a:solidFill>
          <a:ln/>
        </p:spPr>
      </p:sp>
      <p:sp>
        <p:nvSpPr>
          <p:cNvPr id="29" name="Text 27"/>
          <p:cNvSpPr/>
          <p:nvPr/>
        </p:nvSpPr>
        <p:spPr>
          <a:xfrm>
            <a:off x="9052560" y="4251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37960" y="49834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 can be saved anytime and finished later.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StudyVerse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DATA SAFE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security built into the platform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391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Locked-down database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only accepts connections from the app itself, on a specific port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574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20391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file uploads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246888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files move to cloud storage through secure, signed requests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1879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 forms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61772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 on the site is protected against fake, cross-site submissions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2062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41879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passwords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461772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never stored as plain text — they are hashed before saving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StudyVerse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for the future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27334A"/>
          </a:solidFill>
          <a:ln/>
        </p:spPr>
      </p:sp>
      <p:sp>
        <p:nvSpPr>
          <p:cNvPr id="5" name="Shape 3"/>
          <p:cNvSpPr/>
          <p:nvPr/>
        </p:nvSpPr>
        <p:spPr>
          <a:xfrm>
            <a:off x="2148840" y="260604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6" name="Text 4"/>
          <p:cNvSpPr/>
          <p:nvPr/>
        </p:nvSpPr>
        <p:spPr>
          <a:xfrm>
            <a:off x="214884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Summaries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3886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 a short summary for every uploaded note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27334A"/>
          </a:solidFill>
          <a:ln/>
        </p:spPr>
      </p:sp>
      <p:sp>
        <p:nvSpPr>
          <p:cNvPr id="10" name="Shape 8"/>
          <p:cNvSpPr/>
          <p:nvPr/>
        </p:nvSpPr>
        <p:spPr>
          <a:xfrm>
            <a:off x="5806440" y="260604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3886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app so students can browse notes on the go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273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9464040" y="260604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6" name="Text 14"/>
          <p:cNvSpPr/>
          <p:nvPr/>
        </p:nvSpPr>
        <p:spPr>
          <a:xfrm>
            <a:off x="946404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32104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Search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2480" y="3886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inside PDF content, not just titles and tags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StudyVerse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087368"/>
            <a:ext cx="5029200" cy="50292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idea, built properly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StudyVerse takes a common student problem — messy, scattered notes — and solves it with one clean website, checked content, and real cloud hosting on AWS.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438144"/>
            <a:ext cx="118872" cy="11887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31012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home for uploading, finding, and discussing notes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22960" y="3968496"/>
            <a:ext cx="118872" cy="11887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8404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review keeps the content trustworthy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22960" y="4498848"/>
            <a:ext cx="118872" cy="11887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37083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live on AWS EC2, RDS, and S3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22960" y="5029200"/>
            <a:ext cx="118872" cy="118872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01184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Ayush Kumar, Lovely Professional University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22960" y="5669280"/>
            <a:ext cx="5852160" cy="6400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6692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github.com/Ayush12708/e-notes-sharing-application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StudyVerse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1059</Words>
  <Application>Microsoft Macintosh PowerPoint</Application>
  <PresentationFormat>Widescreen</PresentationFormat>
  <Paragraphs>225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KUMAR</cp:lastModifiedBy>
  <cp:revision>3</cp:revision>
  <dcterms:created xsi:type="dcterms:W3CDTF">2026-07-30T07:07:46Z</dcterms:created>
  <dcterms:modified xsi:type="dcterms:W3CDTF">2026-07-30T09:24:14Z</dcterms:modified>
</cp:coreProperties>
</file>